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Custom Chart called Happy chart</a:t>
            </a:r>
          </a:p>
        </p:txBody>
      </p:sp>
      <p:pic>
        <p:nvPicPr>
          <p:cNvPr descr="/var/folders/bp/w4c2kztn5fg7yk8vg8k_2wgc0000gn/T/doodlngwzbyw2/svg/happy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&lt;happy
data='[
  { "label": "Apples", "value": 10 },
  { "label": "Bananas", "value": 20 },
  { "label": "Cherries", "value": 15 },
  { "label": "Grapes", "value": 25 }
]'
  width=500
  height=500
  colors='pastel'
&gt;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HORIZONTAL radial_areachart</a:t>
            </a:r>
          </a:p>
        </p:txBody>
      </p:sp>
      <p:pic>
        <p:nvPicPr>
          <p:cNvPr descr="/var/folders/bp/w4c2kztn5fg7yk8vg8k_2wgc0000gn/T/doodlngwzbyw2/svg/radial_area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09900" y="1193800"/>
            <a:ext cx="313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&lt;radial_areachart
  data='[
  { "group": "North", "label": "Q1", "value": 22 },
  { "group": "North", "label": "Q2", "value": 35 },
  { "group": "North", "label": "Q3", "value": 40 },
  { "group": "North", "label": "Q4", "value": 28 },
  { "group": "South", "label": "Q1", "value": 18 },
  { "group": "South", "label": "Q2", "value": 30 },
  { "group": "South", "label": "Q3", "value": 26 },
  { "group": "South", "label": "Q4", "value": 32 },
  { "group": "East", "label": "Q1", "value": 25 },
  { "group": "East", "label": "Q2", "value": 28 },
  { "group": "East", "label": "Q3", "value": 33 },
  { "group": "East", "label": "Q4", "value": 29 },
  { "group": "West", "label": "Q1", "value": 20 },
  { "group": "West", "label": "Q2", "value": 24 },
  { "group": "West", "label": "Q3", "value": 32 },
  { "group": "West", "label": "Q4", "value": 27 }
]'
  width=500
  height=400
  colors='deep'
  x_label_angle=90
  show_legend='true'
  horizontal='true'
&gt;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multi_linechart</a:t>
            </a:r>
          </a:p>
        </p:txBody>
      </p:sp>
      <p:pic>
        <p:nvPicPr>
          <p:cNvPr descr="/var/folders/bp/w4c2kztn5fg7yk8vg8k_2wgc0000gn/T/doodlngwzbyw2/svg/multi_line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&lt;multi_linechart
data='[
  { "label": "A", "x": 1, "y": 10 },
  { "label": "A", "x": 2, "y": 14 },
  { "label": "A", "x": 3, "y": 18 },
  { "label": "A", "x": 4, "y": 22 },
  { "label": "A", "x": 5, "y": 28 },
  { "label": "A", "x": 6, "y": 32 },
  { "label": "A", "x": 7, "y": 35 },
  { "label": "A", "x": 8, "y": 38 },
  { "label": "A", "x": 9, "y": 40 },
  { "label": "A", "x": 10, "y": 43 },
  { "label": "A", "x": 11, "y": 45 },
  { "label": "A", "x": 12, "y": 48 },
  { "label": "B", "x": 1, "y": 8 },
  { "label": "B", "x": 2, "y": 12 },
  { "label": "B", "x": 3, "y": 16 },
  { "label": "B", "x": 4, "y": 20 },
  { "label": "B", "x": 5, "y": 25 },
  { "label": "B", "x": 6, "y": 30 },
  { "label": "B", "x": 7, "y": 34 },
  { "label": "B", "x": 8, "y": 37 },
  { "label": "B", "x": 9, "y": 39 },
  { "label": "B", "x": 10, "y": 42 },
  { "label": "B", "x": 11, "y": 44 },
  { "label": "B", "x": 12, "y": 47 },
  { "label": "C", "x": 1, "y": 5 },
  { "label": "C", "x": 2, "y": 9 },
  { "label": "C", "x": 3, "y": 12 },
  { "label": "C", "x": 4, "y": 16 },
  { "label": "C", "x": 5, "y": 20 },
  { "label": "C", "x": 6, "y": 23 },
  { "label": "C", "x": 7, "y": 26 },
  { "label": "C", "x": 8, "y": 28 },
  { "label": "C", "x": 9, "y": 30 },
  { "label": "C", "x": 10, "y": 33 },
  { "label": "C", "x": 11, "y": 35 },
  { "label": "C", "x": 12, "y": 37 },
  { "label": "D", "x": 1, "y": 15 },
  { "label": "D", "x": 2, "y": 18 },
  { "label": "D", "x": 3, "y": 20 },
  { "label": "D", "x": 4, "y": 24 },
  { "label": "D", "x": 5, "y": 27 },
  { "label": "D", "x": 6, "y": 29 },
  { "label": "D", "x": 7, "y": 33 },
  { "label": "D", "x": 8, "y": 36 },
  { "label": "D", "x": 9, "y": 38 },
  { "label": "D", "x": 10, "y": 41 },
  { "label": "D", "x": 11, "y": 43 },
  { "label": "D", "x": 12, "y": 46 }
]'
  width=500
  height=500
  colors='deep'
  curved='true'
  show_legend='true'
&gt;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HORIZONTAL grouped_barchart</a:t>
            </a:r>
          </a:p>
        </p:txBody>
      </p:sp>
      <p:pic>
        <p:nvPicPr>
          <p:cNvPr descr="/var/folders/bp/w4c2kztn5fg7yk8vg8k_2wgc0000gn/T/doodlngwzbyw2/svg/grouped_bar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&lt;grouped_barchart
  data='[
  { "group": "North", "label": "Q1", "value": 22 },
  { "group": "North", "label": "Q2", "value": 35 },
  { "group": "North", "label": "Q3", "value": 40 },
  { "group": "North", "label": "Q4", "value": 28 },
  { "group": "South", "label": "Q1", "value": 18 },
  { "group": "South", "label": "Q2", "value": 30 },
  { "group": "South", "label": "Q3", "value": 26 },
  { "group": "South", "label": "Q4", "value": 32 },
  { "group": "East", "label": "Q1", "value": 25 },
  { "group": "East", "label": "Q2", "value": 28 },
  { "group": "East", "label": "Q3", "value": 33 },
  { "group": "East", "label": "Q4", "value": 29 },
  { "group": "West", "label": "Q1", "value": 20 },
  { "group": "West", "label": "Q2", "value": 24 },
  { "group": "West", "label": "Q3", "value": 32 },
  { "group": "West", "label": "Q4", "value": 27 }
]'
  width=1200
  height=1000
  colors='deep'
  x_label_angle=90
  show_legend='true'
  horizontal='true'
&gt;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VERTICAL grouped_barchart</a:t>
            </a:r>
          </a:p>
        </p:txBody>
      </p:sp>
      <p:pic>
        <p:nvPicPr>
          <p:cNvPr descr="/var/folders/bp/w4c2kztn5fg7yk8vg8k_2wgc0000gn/T/doodlngwzbyw2/svg/grouped_barchar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&lt;grouped_barchart
  data='[
  { "group": "North", "label": "Q1", "value": 22 },
  { "group": "North", "label": "Q2", "value": 35 },
  { "group": "North", "label": "Q3", "value": 40 },
  { "group": "North", "label": "Q4", "value": 28 },
  { "group": "South", "label": "Q1", "value": 18 },
  { "group": "South", "label": "Q2", "value": 30 },
  { "group": "South", "label": "Q3", "value": 26 },
  { "group": "South", "label": "Q4", "value": 32 },
  { "group": "East", "label": "Q1", "value": 25 },
  { "group": "East", "label": "Q2", "value": 28 },
  { "group": "East", "label": "Q3", "value": 33 },
  { "group": "East", "label": "Q4", "value": 29 },
  { "group": "West", "label": "Q1", "value": 20 },
  { "group": "West", "label": "Q2", "value": 24 },
  { "group": "West", "label": "Q3", "value": 32 },
  { "group": "West", "label": "Q4", "value": 27 }
]'
  width=1200
  height=1000
  colors='deep'
  x_label_angle=90
  show_legend='true'
&gt;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Pie Grid from data file format</a:t>
            </a:r>
          </a:p>
        </p:txBody>
      </p:sp>
      <p:pic>
        <p:nvPicPr>
          <p:cNvPr descr="/var/folders/bp/w4c2kztn5fg7yk8vg8k_2wgc0000gn/T/doodlngwzbyw2/svg/piegrid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&lt;piegrid
  path="data/pie.json"
  width=900
  height=300
  colors='deep'
  show_percentages='true'
  columns=4
  bg_arc_color='#aaa'
  text_color='#0000aa'
&gt;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HORIZONTAL stacked barchart</a:t>
            </a:r>
          </a:p>
        </p:txBody>
      </p:sp>
      <p:pic>
        <p:nvPicPr>
          <p:cNvPr descr="/var/folders/bp/w4c2kztn5fg7yk8vg8k_2wgc0000gn/T/doodlngwzbyw2/svg/stacked_bar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&lt;stacked_barchart
  path="data/label_category_value.json"
  width=1200
  height=1000
  colors='deep'
  x_label_angle=90
  show_legend='true'
  horizontal='true'
&gt;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VERTICAL stacked barchart</a:t>
            </a:r>
          </a:p>
        </p:txBody>
      </p:sp>
      <p:pic>
        <p:nvPicPr>
          <p:cNvPr descr="/var/folders/bp/w4c2kztn5fg7yk8vg8k_2wgc0000gn/T/doodlngwzbyw2/svg/stacked_barchar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&lt;stacked_barchart
  path="data/label_category_value.json"
  width=1200
  height=1000
  colors='deep'
  x_label_angle=90
  show_legend='true'
&gt;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HORIZONTAL stacked areachart</a:t>
            </a:r>
          </a:p>
        </p:txBody>
      </p:sp>
      <p:pic>
        <p:nvPicPr>
          <p:cNvPr descr="/var/folders/bp/w4c2kztn5fg7yk8vg8k_2wgc0000gn/T/doodlngwzbyw2/svg/stacked_area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&lt;stacked_areachart
  path= "data/label_category_value.json"
  width=1200
  height=1000
  colors='deep'
  x_label_angle=90
  show_legend='true'
  horizontal='true'
&gt;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VERTICAL stacked areachart</a:t>
            </a:r>
          </a:p>
        </p:txBody>
      </p:sp>
      <p:pic>
        <p:nvPicPr>
          <p:cNvPr descr="/var/folders/bp/w4c2kztn5fg7yk8vg8k_2wgc0000gn/T/doodlngwzbyw2/svg/stacked_areachar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&lt;stacked_areachart
  path= "data/label_category_value.json"
  width=1200
  height=1000
  colors='deep'
  x_label_angle=90
  show_legend='true'
&gt;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bollinger band diagram</a:t>
            </a:r>
          </a:p>
        </p:txBody>
      </p:sp>
      <p:pic>
        <p:nvPicPr>
          <p:cNvPr descr="/var/folders/bp/w4c2kztn5fg7yk8vg8k_2wgc0000gn/T/doodlngwzbyw2/svg/bollinger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&lt;bollinger
path= "data/bollinger_50.json"
  size='{"width":1000,"height":1000}'
  colors='pastel'
&gt;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curved areachart</a:t>
            </a:r>
          </a:p>
        </p:txBody>
      </p:sp>
      <p:pic>
        <p:nvPicPr>
          <p:cNvPr descr="/var/folders/bp/w4c2kztn5fg7yk8vg8k_2wgc0000gn/T/doodlngwzbyw2/svg/area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&lt;areachart
data='[
  { "x": 1, "y": 10 }, 
  { "x": 2, "y": 20 },
  { "x": 3, "y": 15 },
  { "x": 4, "y": 25 },
  { "x": 5, "y": 30 },
  { "x": 6, "y": 35 }
  ]'
  width=500
  height=500
  colors='deep'
  curved='true'
&gt;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non-curved areachart</a:t>
            </a:r>
          </a:p>
        </p:txBody>
      </p:sp>
      <p:pic>
        <p:nvPicPr>
          <p:cNvPr descr="/var/folders/bp/w4c2kztn5fg7yk8vg8k_2wgc0000gn/T/doodlngwzbyw2/svg/areachar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&lt;areachart
data='[
  { "x": 1, "y": 10 }, 
  { "x": 2, "y": 20 },
  { "x": 3, "y": 15 },
  { "x": 4, "y": 25 },
  { "x": 5, "y": 30 },
  { "x": 6, "y": 35 }
  ]'
  width=500
  height=500
  colors='deep'
&gt;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venn diagram</a:t>
            </a:r>
          </a:p>
        </p:txBody>
      </p:sp>
      <p:pic>
        <p:nvPicPr>
          <p:cNvPr descr="/var/folders/bp/w4c2kztn5fg7yk8vg8k_2wgc0000gn/T/doodlngwzbyw2/svg/venn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&lt;vennchart
data='
  [ 
  {"sets": ["A"], "size": 10}, 
    {"sets": ["B"], "size": 15},
    {"sets": ["C"], "size": 20},
    {"sets": ["A","B"], "size": 5},
    {"sets": ["A","C"], "size": 3},
    {"sets": ["B","C"], "size": 4},
    {"sets": ["A","B","C"], "size": 2}
  ]
'
  size='{"width":500,"height":500}'
  colors='deep'
&gt;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Vertical Bar chart</a:t>
            </a:r>
          </a:p>
        </p:txBody>
      </p:sp>
      <p:pic>
        <p:nvPicPr>
          <p:cNvPr descr="/var/folders/bp/w4c2kztn5fg7yk8vg8k_2wgc0000gn/T/doodlngwzbyw2/svg/bar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&lt;barchart
  data='[
    { "label": "Apples", "value": 10 },
    { "label": "Bananas", "value": 20 },
    { "label": "Cherries", "value": 15 },
    { "label": "Grapes", "value": 25 }
  ]'
  width=500
  height=500
  colors='["#FF6700","#008000"]'
  horizontal='true'
  moving_average='true'
  x_label_angle=90
&gt;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Horizontal Bar chart</a:t>
            </a:r>
          </a:p>
        </p:txBody>
      </p:sp>
      <p:pic>
        <p:nvPicPr>
          <p:cNvPr descr="/var/folders/bp/w4c2kztn5fg7yk8vg8k_2wgc0000gn/T/doodlngwzbyw2/svg/barchar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&lt;barchart
data='[
  { "label": "Apples", "value": 100000000 },
  { "label": "Bananas", "value": 200000000 },
  { "label": "Cherries", "value": 150000000 },
  { "label": "Grapes", "value": 250000000 }
]'
  width=500
  height=500
  colors='["#FF6700","#008000"]'
  horizontal='false'
  moving_average='true'
  x_label_angle=90
&gt;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dotplot chart</a:t>
            </a:r>
          </a:p>
        </p:txBody>
      </p:sp>
      <p:pic>
        <p:nvPicPr>
          <p:cNvPr descr="/var/folders/bp/w4c2kztn5fg7yk8vg8k_2wgc0000gn/T/doodlngwzbyw2/svg/dotplo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&lt;dotplot
data='[
    { "category": "A", "value": 10 },
    { "category": "A", "value": 12 },
    { "category": "A", "value": 16 },
    { "category": "B", "value": 20 },
    { "category": "B", "value": 24 },
    { "category": "B", "value": 28 },
    { "category": "C", "value": 12 },
    { "category": "C", "value": 15 },
    { "category": "C", "value": 21 }
]'
     width=500
  height=500
  colors='deep'
&gt;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scatterplot chart</a:t>
            </a:r>
          </a:p>
        </p:txBody>
      </p:sp>
      <p:pic>
        <p:nvPicPr>
          <p:cNvPr descr="/var/folders/bp/w4c2kztn5fg7yk8vg8k_2wgc0000gn/T/doodlngwzbyw2/svg/scatterplo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&lt;scatterplot
data='[
     { "x": 10, "y": 20 },
  { "x": 30, "y": 40 },
  { "x": 50, "y": 60 }
]'
     width=500
  height=500
  dotsize=8
&gt;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var/folders/bp/w4c2kztn5fg7yk8vg8k_2wgc0000gn/T/doodlngwzbyw2/svg/scatterplo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&lt;scatterplot
data='[
     { "x": 10, "y": 20 },
  { "x": 30, "y": 40 },
  { "x": 50, "y": 60 }
]'
    width=500
  height=500
&gt;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boxplot chart</a:t>
            </a:r>
          </a:p>
        </p:txBody>
      </p:sp>
      <p:pic>
        <p:nvPicPr>
          <p:cNvPr descr="/var/folders/bp/w4c2kztn5fg7yk8vg8k_2wgc0000gn/T/doodlngwzbyw2/svg/boxplo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&lt;boxplot
data='[
   { "category": "A", "value": 10 },
  { "category": "A", "value": 15 },
  { "category": "A", "value": 20 },
  { "category": "B", "value": 30 },
  { "category": "B", "value": 35 },
  { "category": "B", "value": 40 }
]'
     width=500
  height=500
  colors='deep'
&gt;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Contour diagramn</a:t>
            </a:r>
          </a:p>
        </p:txBody>
      </p:sp>
      <p:pic>
        <p:nvPicPr>
          <p:cNvPr descr="/var/folders/bp/w4c2kztn5fg7yk8vg8k_2wgc0000gn/T/doodlngwzbyw2/svg/contour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&lt;contour
data='[
  [0, 10, 20, 30, 20],
  [10, 20, 30, 40, 30],
  [20, 30, 40, 50, 40],
  [10, 20, 30, 40, 30],
  [0, 10, 20, 30, 20]
]'
   width=500
  height=500
  colors='flare'
&gt;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var/folders/bp/w4c2kztn5fg7yk8vg8k_2wgc0000gn/T/doodlngwzbyw2/svg/skey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&lt;skey
 path= "data/std_focus.json"
    link_color='"target"'
    colors='cc.glasbey'
    width=1000
  height=500&gt;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var/folders/bp/w4c2kztn5fg7yk8vg8k_2wgc0000gn/T/doodlngwzbyw2/svg/skey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193800"/>
            <a:ext cx="7683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&lt;skey
  width=600
  height=225
  path= "data/energy.json"
  n_colors=10
  colors='pastel'
  link_color='"source-target"'
  node_align='"right"'
&gt;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Pie chart from data file format</a:t>
            </a:r>
          </a:p>
        </p:txBody>
      </p:sp>
      <p:pic>
        <p:nvPicPr>
          <p:cNvPr descr="/var/folders/bp/w4c2kztn5fg7yk8vg8k_2wgc0000gn/T/doodlngwzbyw2/svg/pie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&lt;piechart
  path="data/pie.json"
  width=900
  height=900
  colors='deep'
&gt;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Pie chart from data path format</a:t>
            </a:r>
          </a:p>
        </p:txBody>
      </p:sp>
      <p:pic>
        <p:nvPicPr>
          <p:cNvPr descr="/var/folders/bp/w4c2kztn5fg7yk8vg8k_2wgc0000gn/T/doodlngwzbyw2/svg/piechar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&lt;piechart
  path="data/pie.json"
  width="900"
  height="900"
  colors='deep'
&gt;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Pie chart from data path with format</a:t>
            </a:r>
          </a:p>
        </p:txBody>
      </p:sp>
      <p:pic>
        <p:nvPicPr>
          <p:cNvPr descr="/var/folders/bp/w4c2kztn5fg7yk8vg8k_2wgc0000gn/T/doodlngwzbyw2/svg/piechart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&lt;piechart
  path="data/pie.json"
  format="json"
  width=500
  height=500
  colors='deep'
&gt;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Donut chart</a:t>
            </a:r>
          </a:p>
        </p:txBody>
      </p:sp>
      <p:pic>
        <p:nvPicPr>
          <p:cNvPr descr="/var/folders/bp/w4c2kztn5fg7yk8vg8k_2wgc0000gn/T/doodlngwzbyw2/svg/piechart_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&lt;piechart
data='[
  { "label": "Apples", "value": 10 },
  { "label": "Bananas", "value": 20 },
  { "label": "Cherries", "value": 15 },
  { "label": "Grapes", "value": 25 }
]'
  width=500
  height=500
  colors='pastel'
  donut = true
&gt;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vertical tree chart</a:t>
            </a:r>
          </a:p>
        </p:txBody>
      </p:sp>
      <p:pic>
        <p:nvPicPr>
          <p:cNvPr descr="/var/folders/bp/w4c2kztn5fg7yk8vg8k_2wgc0000gn/T/doodlngwzbyw2/svg/tree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1193800"/>
            <a:ext cx="554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&lt;tree
    data='{
    "name": "root",
    "children": [
            { "name": "A", "value": 10 },
            { "name": "B", "value": 20 },
            { "name": "C", "children": [
                { "name": "C1", "value": 10 },
                { "name": "C2", "value": 5 },
                { "name": "C3", "value": 15 }
            ]},
            { "name": "D", "value": 40 }
        ]
    }
    '
    width=1000
  height=500
    colors='deep'
    vertical=True&gt;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gantt chart</a:t>
            </a:r>
          </a:p>
        </p:txBody>
      </p:sp>
      <p:pic>
        <p:nvPicPr>
          <p:cNvPr descr="/var/folders/bp/w4c2kztn5fg7yk8vg8k_2wgc0000gn/T/doodlngwzbyw2/svg/gant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&lt;gantt
  data='[
    { "task": "Planning", "start": "2024-03-01", "end": "2024-03-05" },
    { "task": "Design", "start": "2024-03-06", "end": "2024-03-12" },
    { "task": "Development", "start": "2024-03-13", "end": "2024-03-25" },
    { "task": "Testing", "start": "2024-03-26", "end": "2024-03-30" },
    { "task": "Deployment", "start": "2024-03-31", "end": "2024-04-02" }
  ]'
  width=1000
  height=500
  colors='deep'
&gt;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chord diagram</a:t>
            </a:r>
          </a:p>
        </p:txBody>
      </p:sp>
      <p:pic>
        <p:nvPicPr>
          <p:cNvPr descr="/var/folders/bp/w4c2kztn5fg7yk8vg8k_2wgc0000gn/T/doodlngwzbyw2/svg/chord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&lt;chord
data='[
  [0, 5, 10, 2],
  [5, 0, 3, 7],
  [10, 3, 0, 6],
  [2, 7, 6, 0]
]
'
  width=500
  height=500
  colors='deep'
&gt;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var/folders/bp/w4c2kztn5fg7yk8vg8k_2wgc0000gn/T/doodlngwzbyw2/svg/bubblechart_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&lt;bubblechart
  path="data/flare.json"
  width=900
  height=900
  colors='deep'
  ease_in=1
  drag_animations=1
&gt;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2026-01-19T14:12:00Z</dcterms:created>
  <dcterms:modified xsi:type="dcterms:W3CDTF">2026-01-19T14:12:00Z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